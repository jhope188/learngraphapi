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16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5943600" cy="59436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5029200"/>
            <a:ext cx="5943600" cy="594360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 ·  AUTHENTICATION METHODS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read an article.
I wanted to automate it.
</a:t>
            </a: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Here's what</a:t>
            </a:r>
            <a:endParaRPr lang="en-US" sz="20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found.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System-Preferred Authentication · isSystemDefaultPrimaryAuthEnabled · Graph API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#EntraID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#GraphAPI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#MFA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#M365Security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 ·  SLIDE 2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System-Preferred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64008" cy="2011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method ranking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presents the most secure registered method at sign-in — passkeys &amp; TAP at the top, passwords at rank 9 at the bottom.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443984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4443984"/>
            <a:ext cx="64008" cy="20116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7183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toggle activates device-preferred credential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93792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 state to "Microsoft managed" reveals a toggle: "Apply to both primary and multifactor authentication." Turning it On activates device-preferred credential — presenting the strongest method the device supports at every sign-in.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6711696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6711696"/>
            <a:ext cx="64008" cy="2011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698601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Microsoft-managed is the right default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7461504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state to "Microsoft managed" and enable the toggle manually. Microsoft handles the system-preferred rollout; device-preferred credential logic is what you're actually activating.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DEVTOOLS  ·  SLIDE 3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flipped the toggle OFF first.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tab captured every PATCH call.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 authenticationMethodsPolicy · Property: isSystemDefaultPrimaryAuthEnabled · Value: false</a:t>
            </a:r>
            <a:endParaRPr lang="en-US" sz="1000" dirty="0"/>
          </a:p>
        </p:txBody>
      </p:sp>
      <p:pic>
        <p:nvPicPr>
          <p:cNvPr id="5" name="Image 0" descr="/sessions/loving-zealous-hawking/pptx-build/screenshot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8046720" cy="3032623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5574655"/>
            <a:ext cx="8046720" cy="566928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5574655"/>
            <a:ext cx="64008" cy="566928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5574655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OFF  |  isSystemDefaultPrimaryAuthEnabled: false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6287887"/>
            <a:ext cx="8046720" cy="24446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6287887"/>
            <a:ext cx="804672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" y="6379327"/>
            <a:ext cx="91440" cy="91440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5528" y="6379327"/>
            <a:ext cx="91440" cy="91440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32688" y="6379327"/>
            <a:ext cx="91440" cy="91440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6351895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authenticationMethodsPolicy · Request Payload (captured)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663535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systemCredentialPreferences: {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700111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"default",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736687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includeTargets: [{ id: "all_users" }],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773263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isSystemDefaultPrimaryAuthEnabled: false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809839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TOGGLE ON  ·  SLIDE 4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endpoint, same property.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the value is true.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Enabling "Apply to both primary and MFA" fired a PATCH with isSystemDefaultPrimaryAuthEnabled: true — property confirmed.</a:t>
            </a:r>
            <a:endParaRPr lang="en-US" sz="1000" dirty="0"/>
          </a:p>
        </p:txBody>
      </p:sp>
      <p:pic>
        <p:nvPicPr>
          <p:cNvPr id="5" name="Image 0" descr="/sessions/loving-zealous-hawking/pptx-build/screenshot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8046720" cy="2813736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5401488"/>
            <a:ext cx="8046720" cy="566928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5401488"/>
            <a:ext cx="64008" cy="566928"/>
          </a:xfrm>
          <a:prstGeom prst="rect">
            <a:avLst/>
          </a:prstGeom>
          <a:solidFill>
            <a:srgbClr val="56D3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54014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ON  |  isSystemDefaultPrimaryAuthEnabled: true  |  Can Graph API do the same?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6114720"/>
            <a:ext cx="8046720" cy="2617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6114720"/>
            <a:ext cx="804672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" y="6206160"/>
            <a:ext cx="91440" cy="91440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5528" y="6206160"/>
            <a:ext cx="91440" cy="91440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32688" y="6206160"/>
            <a:ext cx="91440" cy="91440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61787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authenticationMethodsPolicy · Request Payload (captured)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64621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systemCredentialPreferences: {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68279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"default",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71937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includeTargets: [{ id: "all_users" }],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7559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isSystemDefaultPrimaryAuthEnabled: true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79252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GRAPH EXPLORER  ·  SLIDE 5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endpoint. Same property.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me PATCH it via Graph Explorer.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  https://graph.microsoft.com/beta/policies/authenticationMethodsPolicy</a:t>
            </a:r>
            <a:endParaRPr lang="en-US" sz="1000" dirty="0"/>
          </a:p>
        </p:txBody>
      </p:sp>
      <p:pic>
        <p:nvPicPr>
          <p:cNvPr id="5" name="Image 0" descr="/sessions/loving-zealous-hawking/pptx-build/screenshot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8046720" cy="4065767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6589511"/>
            <a:ext cx="8046720" cy="566928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6589511"/>
            <a:ext cx="64008" cy="566928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6589511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— badRequest — 1289ms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FINDING  ·  SLIDE 6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response was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unambiguous.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29968"/>
            <a:ext cx="8046720" cy="475488"/>
          </a:xfrm>
          <a:prstGeom prst="rect">
            <a:avLst/>
          </a:prstGeom>
          <a:solidFill>
            <a:srgbClr val="2D0E0E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 |  badRequest  |  1289ms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64008" cy="146304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2648" y="2651760"/>
            <a:ext cx="7982712" cy="1463040"/>
          </a:xfrm>
          <a:prstGeom prst="rect">
            <a:avLst/>
          </a:prstGeom>
          <a:solidFill>
            <a:srgbClr val="1E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"IsSystemDefaultPrimaryAuthEnabled can only be modified through the Admin UX interface."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Microsoft Graph API  |  April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8046720" cy="1828800"/>
          </a:xfrm>
          <a:prstGeom prst="rect">
            <a:avLst/>
          </a:prstGeom>
          <a:solidFill>
            <a:srgbClr val="1A120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3708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did next: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36592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confirmed the setting can't be managed programmatically. I changed my tenant from Enabled to Microsoft Managed — Microsoft handles the rollout; I still manually enable the device-preferred credential toggle.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8046720" cy="621792"/>
          </a:xfrm>
          <a:prstGeom prst="roundRect">
            <a:avLst>
              <a:gd name="adj" fmla="val 10294"/>
            </a:avLst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2910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can't automate it, let Microsoft manage the rollout — that's what Microsoft Managed is for.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5943600" cy="59436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5029200"/>
            <a:ext cx="5943600" cy="594360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TAKEAWAYS  ·  SLIDE 7 OF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your tenant.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its limits.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57860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portal setting is scriptable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26334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gives you the property name — the Graph API may still hard-block writes to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427024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Microsoft Managed, not Enabled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4440" y="43251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Microsoft control the phased rollout. You still manually enable the device-preferred credential toggle on top.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541324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96188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5961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55778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= your schema reference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60167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when Graph blocks you, portal traffic documents the exact data model for your compliance evidence.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710488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" y="765352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7653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7269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note: MC1253746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34440" y="77083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has pushed back a related rollout. Features in this space are still evolving — worth tracking in Message Center.</a:t>
            </a:r>
            <a:endParaRPr lang="en-US" sz="950" dirty="0"/>
          </a:p>
        </p:txBody>
      </p:sp>
      <p:pic>
        <p:nvPicPr>
          <p:cNvPr id="27" name="Image 0" descr="/sessions/loving-zealous-hawking/pptx-build/screenshot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29968"/>
            <a:ext cx="3108960" cy="2846923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5806440" y="4968331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final state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 ON ✓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8640" y="87325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#EntraID  #GraphAPI  #MicrosoftEntra  #M365Security  #ZeroTrust  #MFA  #Passkeys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Macintosh PowerPoint</Application>
  <PresentationFormat>Custom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System-Preferred Auth – Graph API Investigation</dc:title>
  <dc:subject>PptxGenJS Presentation</dc:subject>
  <dc:creator>M365 Security</dc:creator>
  <cp:lastModifiedBy>Jon Hope</cp:lastModifiedBy>
  <cp:revision>2</cp:revision>
  <dcterms:created xsi:type="dcterms:W3CDTF">2026-04-12T23:29:12Z</dcterms:created>
  <dcterms:modified xsi:type="dcterms:W3CDTF">2026-04-12T23:31:02Z</dcterms:modified>
</cp:coreProperties>
</file>